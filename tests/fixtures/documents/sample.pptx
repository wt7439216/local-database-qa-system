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移动通信测试文档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多径传播是移动信道中信号经多条路径到达接收端的现象，会导致衰落。</a:t>
            </a:r>
          </a:p>
          <a:p>
            <a:r>
              <a:t>GSM 与 WCDMA 系统都必须对抗多径衰落带来的影响。</a:t>
            </a:r>
          </a:p>
          <a:p>
            <a:r>
              <a:t>RAKE 接收机可以合并多径能量，是 CDMA 系列系统的关键部件。</a:t>
            </a:r>
          </a:p>
          <a:p>
            <a:r>
              <a:t>分集接收通过合并独立衰落的支路来对抗衰落。</a:t>
            </a:r>
          </a:p>
          <a:p>
            <a:r>
              <a:t>均衡技术能够补偿信道失真，OFDMA 是 LTE 采用的多址方式。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参数表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术语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含义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多径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信号经多条路径传播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分集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合并独立衰落支路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均衡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补偿信道失真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